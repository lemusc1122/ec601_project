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1"/>
  </p:normalViewPr>
  <p:slideViewPr>
    <p:cSldViewPr snapToGrid="0">
      <p:cViewPr varScale="1">
        <p:scale>
          <a:sx n="90" d="100"/>
          <a:sy n="90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A97F7-6016-75FA-C4B4-632CCB166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A59CC-31A4-2FE1-CE1B-6D88CC63E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B6614-6340-9113-BAFB-9D85FE05E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E8A6-3E45-A243-92DC-941A3219C1D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1A31A-1853-A112-5122-495B2F04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E08FF-CA62-26A7-18FE-DBDDE18B0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670E-E0C0-5148-A41E-462668FD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7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5B620-D0C8-A629-51E5-0335F06F0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CEC42-7233-A508-240C-9786E5087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5E894-617B-7F13-4246-4038A6282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E8A6-3E45-A243-92DC-941A3219C1D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93463-C2BF-CDFD-4625-32E9D31BD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322CA-1CDB-75B2-160B-ACF85AE2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670E-E0C0-5148-A41E-462668FD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3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7B07-BF3E-57CC-F7EF-B0581CE8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29A03-971D-F21C-3BF2-F36042189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1979E-66BB-32BC-5FA4-498E9F55A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E8A6-3E45-A243-92DC-941A3219C1D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EF680-01D6-6CE8-34B4-234B2D515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60E14-9EBD-E8CA-C48A-D3428085B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670E-E0C0-5148-A41E-462668FD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61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01AAC-93E1-C1B9-34CC-FCF7BA63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EFCAA-CB59-8252-8901-72FF615FA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89652-DC6F-10DA-14FD-10F38A4C7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0B5C4-A528-C3F6-4AB8-227C6C900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E8A6-3E45-A243-92DC-941A3219C1D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B3FBB-F3D4-57C7-2EA6-21DDC9175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7A2E2-4AF7-D00A-B31E-717CB0B5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670E-E0C0-5148-A41E-462668FD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5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5A88-D253-78CD-29C0-5880B0BBE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679BE-C140-76BA-0465-2157B907B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4B293-CFAB-314F-C75A-5DB2D9FF3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C1BB2-F200-3FB8-E404-CF850B623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78B54-B833-162F-4B40-A3E37BAAC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D43D73-C197-CF9F-1DB0-FEBB39F70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E8A6-3E45-A243-92DC-941A3219C1D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3A19FB-5F11-3832-C2E3-AD065ADA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C78431-B63F-4F33-95D4-5D184E760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670E-E0C0-5148-A41E-462668FD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9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65225-5313-6768-D3E3-D99321BE8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7F4266-B893-18AB-39B2-319C4E060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E8A6-3E45-A243-92DC-941A3219C1D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6E0C4-F3D2-F91B-7CD4-8117737D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0E16B-FAB8-00E4-92C0-1F65B7E88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670E-E0C0-5148-A41E-462668FD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39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D141B7-1BB2-63E1-D9F2-D815C2B3E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E8A6-3E45-A243-92DC-941A3219C1D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DA8475-EB86-511A-11F2-44E434E51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58C41-6CD7-DAD9-3BAA-F2310AE6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670E-E0C0-5148-A41E-462668FD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42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4C9C-01D0-3F99-2066-B5D9B97E7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A5311-A35A-8677-8A89-5F8B5B332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31DE3-E1E8-5812-97E2-36F3110C6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4C675-267A-9AA6-F07F-D70A454C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E8A6-3E45-A243-92DC-941A3219C1D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55EB5-EC99-A24B-6F93-0841FFCB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DD2F9-2626-FABA-A218-8829ED716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670E-E0C0-5148-A41E-462668FD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50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0646E-BAA6-DDFA-065F-51CD2A4F0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AA7D32-CE7B-046B-3C84-F060845968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55D89-904F-32A9-0F95-C4E86AACD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D85BB-0EA0-FFA3-9334-77BF0EB70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E8A6-3E45-A243-92DC-941A3219C1D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4DE3A-4324-6AEB-AD22-D35B3E494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63A9A-1F14-0ACD-A176-AC69249D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670E-E0C0-5148-A41E-462668FD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957EE-B03F-1DB1-2208-0E1F103B3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F55589-0060-BA05-B3E3-84B80B5B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7EA8A-BF2D-C1B4-84DE-0DDCAB87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E8A6-3E45-A243-92DC-941A3219C1D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81FB1-0D22-F8C7-09BC-3FFC75BD9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27071-2E51-A83B-4DE4-1D084641C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670E-E0C0-5148-A41E-462668FD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98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9D209-DF48-59E8-B921-FFB1C8F13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B91DB-614A-8820-4A33-60740625B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CA68-91F5-C429-5F95-ABF581CD5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E8A6-3E45-A243-92DC-941A3219C1D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E87C8-9E02-F471-0A32-E6F421724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69635-3C21-B0A2-C29B-80B3E67AA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670E-E0C0-5148-A41E-462668FD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38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79138A-50E8-CC31-2772-EE389355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098B4-58FC-E90A-D552-6FE9DEB87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511C3-C3BA-FD23-23BA-15A62AB893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89E8A6-3E45-A243-92DC-941A3219C1D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86A5F-BB33-3A35-69DE-E8639F8C5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CDA0A-59AE-5C2A-611B-751F4C70A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F670E-E0C0-5148-A41E-462668FD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7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lemusc@b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8639-4CF7-42D4-4601-0DEFE03F75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Sprint 1: Quantum Computing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6BC43-82F0-4FE4-8869-252AD6755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08757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EC601 Product Design in Electrical and Computer Engineering </a:t>
            </a:r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Department of Electrical and Computer Engineering</a:t>
            </a:r>
          </a:p>
          <a:p>
            <a:pPr marL="228600" indent="-228600" algn="l">
              <a:lnSpc>
                <a:spcPct val="100000"/>
              </a:lnSpc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Christopher Lemus</a:t>
            </a:r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  <a:hlinkClick r:id="rId2"/>
              </a:rPr>
              <a:t>lemusc@bu.edu</a:t>
            </a:r>
            <a:endParaRPr lang="en-US" sz="2400" dirty="0">
              <a:solidFill>
                <a:schemeClr val="tx2"/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2026 October 13</a:t>
            </a:r>
          </a:p>
          <a:p>
            <a:pPr algn="l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AAE4DB38-DFDE-932B-C435-CA7C21A1C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90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E376C-A8A8-1FB9-302C-E4D4A1FF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1EC37-F6B2-9B8C-0507-7B2506A03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effectLst/>
                <a:latin typeface="Mona Sans VF"/>
              </a:rPr>
              <a:t>For </a:t>
            </a:r>
            <a:r>
              <a:rPr lang="en-US" dirty="0"/>
              <a:t>students</a:t>
            </a:r>
            <a:r>
              <a:rPr lang="en-US" b="0" i="0" dirty="0">
                <a:effectLst/>
                <a:latin typeface="Mona Sans VF"/>
              </a:rPr>
              <a:t> who </a:t>
            </a:r>
            <a:r>
              <a:rPr lang="en-US" dirty="0"/>
              <a:t>need a GUI-based quantum circuit simulator</a:t>
            </a:r>
            <a:r>
              <a:rPr lang="en-US" b="0" i="0" dirty="0">
                <a:effectLst/>
                <a:latin typeface="Mona Sans VF"/>
              </a:rPr>
              <a:t>, the </a:t>
            </a:r>
            <a:r>
              <a:rPr lang="en-US" u="sng" dirty="0"/>
              <a:t>Quantum Circuit Simulation Tool</a:t>
            </a:r>
            <a:r>
              <a:rPr lang="en-US" dirty="0">
                <a:latin typeface="Mona Sans VF"/>
              </a:rPr>
              <a:t> </a:t>
            </a:r>
            <a:r>
              <a:rPr lang="en-US" b="0" i="0" dirty="0">
                <a:effectLst/>
                <a:latin typeface="Mona Sans VF"/>
              </a:rPr>
              <a:t>will </a:t>
            </a:r>
            <a:r>
              <a:rPr lang="en-US" dirty="0"/>
              <a:t>support learning quantum material</a:t>
            </a:r>
            <a:r>
              <a:rPr lang="en-US" b="0" i="0" dirty="0">
                <a:effectLst/>
                <a:latin typeface="Mona Sans VF"/>
              </a:rPr>
              <a:t>. Unlike the SDK </a:t>
            </a:r>
            <a:r>
              <a:rPr lang="en-US" dirty="0" err="1"/>
              <a:t>Qiskit</a:t>
            </a:r>
            <a:r>
              <a:rPr lang="en-US" b="0" i="0" dirty="0">
                <a:effectLst/>
                <a:latin typeface="Mona Sans VF"/>
              </a:rPr>
              <a:t>, it </a:t>
            </a:r>
            <a:r>
              <a:rPr lang="en-US" dirty="0"/>
              <a:t>provides an additional layer of abstraction to make simulating quantum circuits intuitive along with useful examples</a:t>
            </a:r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7D66B191-E656-542E-21BC-470CDDA62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584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DC75D-D5ED-B5F3-B425-6286C0EF1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10841-A5E6-CFFB-AEA4-0E4F0DF2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2674D-8666-EE68-4AEB-C48CC0619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b="0" i="0" dirty="0">
                <a:effectLst/>
                <a:highlight>
                  <a:srgbClr val="00FF00"/>
                </a:highlight>
                <a:latin typeface="Mona Sans VF"/>
              </a:rPr>
              <a:t>As a beginner student, I want to select a simple quantum circuit template, so that I can run a simulation without writing code and learn what it does</a:t>
            </a:r>
          </a:p>
          <a:p>
            <a:pPr algn="l"/>
            <a:r>
              <a:rPr lang="en-US" b="0" i="0" dirty="0">
                <a:effectLst/>
                <a:latin typeface="Mona Sans VF"/>
              </a:rPr>
              <a:t>As a student, I want to see the equivalent </a:t>
            </a:r>
            <a:r>
              <a:rPr lang="en-US" b="0" i="0" dirty="0" err="1">
                <a:effectLst/>
                <a:latin typeface="Mona Sans VF"/>
              </a:rPr>
              <a:t>Qiskit</a:t>
            </a:r>
            <a:r>
              <a:rPr lang="en-US" b="0" i="0" dirty="0">
                <a:effectLst/>
                <a:latin typeface="Mona Sans VF"/>
              </a:rPr>
              <a:t> code, so that I can connect the visual circuit to programming syntax</a:t>
            </a:r>
          </a:p>
          <a:p>
            <a:pPr algn="l"/>
            <a:r>
              <a:rPr lang="en-US" b="0" i="0" dirty="0">
                <a:effectLst/>
                <a:highlight>
                  <a:srgbClr val="00FF00"/>
                </a:highlight>
                <a:latin typeface="Mona Sans VF"/>
              </a:rPr>
              <a:t>As a student, I want explanations at different difficulty levels, so that I can follow along even without prior background</a:t>
            </a:r>
          </a:p>
          <a:p>
            <a:pPr algn="l"/>
            <a:r>
              <a:rPr lang="en-US" b="0" i="0" dirty="0">
                <a:effectLst/>
                <a:highlight>
                  <a:srgbClr val="00FF00"/>
                </a:highlight>
                <a:latin typeface="Mona Sans VF"/>
              </a:rPr>
              <a:t>As a non-English speaking student, I want core interface labels translated, so that I can navigate the tool and learn the material</a:t>
            </a:r>
          </a:p>
          <a:p>
            <a:pPr algn="l"/>
            <a:r>
              <a:rPr lang="en-US" b="0" i="0" dirty="0">
                <a:effectLst/>
                <a:highlight>
                  <a:srgbClr val="00FF00"/>
                </a:highlight>
                <a:latin typeface="Mona Sans VF"/>
              </a:rPr>
              <a:t>As a student, I want results to be clearly labeled as simulator or real-time hardware output, so classical simulation is not confused with real quantum hardware behavior</a:t>
            </a:r>
          </a:p>
          <a:p>
            <a:pPr marL="0" indent="0" algn="l">
              <a:buNone/>
            </a:pPr>
            <a:endParaRPr lang="en-US" dirty="0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0B3A1DD0-D377-C0FC-43DA-E00851D44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20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B8E13-F899-4E24-1769-E8F93A456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22830-B507-B991-A8DB-190063D29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</p:txBody>
      </p:sp>
      <p:pic>
        <p:nvPicPr>
          <p:cNvPr id="10" name="Content Placeholder 9" descr="A close-up of a document&#10;&#10;Description automatically generated">
            <a:extLst>
              <a:ext uri="{FF2B5EF4-FFF2-40B4-BE49-F238E27FC236}">
                <a16:creationId xmlns:a16="http://schemas.microsoft.com/office/drawing/2014/main" id="{EE6446E6-17D6-047E-0AF6-E263332F0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19816"/>
            <a:ext cx="10515600" cy="2062545"/>
          </a:xfrm>
        </p:spPr>
      </p:pic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29AEE11A-2B5F-A006-A9AC-8466C24CF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8" name="Picture 7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2BFA10ED-29FC-4489-F83A-364278D38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210" y="3475640"/>
            <a:ext cx="8845580" cy="316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3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0661D-4640-0EDC-F7F8-E2D8190D4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7AE62-8230-011D-FAF5-236B1D23C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B27C4F35-B62A-B76A-E141-4266F0CF6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538" y="1457039"/>
            <a:ext cx="4635120" cy="4351338"/>
          </a:xfrm>
        </p:spPr>
      </p:pic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7F2254C1-E986-79BB-077B-4B331CCEE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FCFF07CB-B267-95CE-1E7B-F53C1C694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670" y="1457039"/>
            <a:ext cx="7237792" cy="448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09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5736-81FD-B9A3-9A25-6DD9AB675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1854B-AF52-30ED-E315-E4D7B8BC7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</a:t>
            </a:r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AE75B39B-42CD-EFA8-3362-61B6A4E29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FC9501D7-25E0-0604-1B50-1AE77610E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3523"/>
            <a:ext cx="6205227" cy="3865716"/>
          </a:xfrm>
          <a:prstGeom prst="rect">
            <a:avLst/>
          </a:prstGeom>
        </p:spPr>
      </p:pic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41B5C699-97A9-04F4-AEC5-9D6E09B39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205227" y="1253331"/>
            <a:ext cx="5780613" cy="4777854"/>
          </a:xfrm>
        </p:spPr>
      </p:pic>
    </p:spTree>
    <p:extLst>
      <p:ext uri="{BB962C8B-B14F-4D97-AF65-F5344CB8AC3E}">
        <p14:creationId xmlns:p14="http://schemas.microsoft.com/office/powerpoint/2010/main" val="285430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04B4E-B0DD-D3C3-50F6-50837FEE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102ED-BD10-A5F9-E33F-1C3A1162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</a:t>
            </a:r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402F6212-704D-1893-EA3E-EF947AB80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CA461F77-CFF4-A027-5EB5-3FA83F618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204281"/>
            <a:ext cx="5851538" cy="4837746"/>
          </a:xfr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D529D18F-CD6D-072F-22CD-3F14C6E7D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943" y="1204282"/>
            <a:ext cx="5859049" cy="483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632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EE64D-915C-AE33-5319-4A5C2ABDE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941B-BB4F-2382-5583-3D26A8555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A9814-B4BC-59C3-222B-C23FE6063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25625"/>
            <a:ext cx="10700657" cy="4351338"/>
          </a:xfrm>
        </p:spPr>
        <p:txBody>
          <a:bodyPr/>
          <a:lstStyle/>
          <a:p>
            <a:r>
              <a:rPr lang="en-US" dirty="0"/>
              <a:t>Keep the interfaces easy to navigate so they are less overwhelming</a:t>
            </a:r>
          </a:p>
          <a:p>
            <a:r>
              <a:rPr lang="en-US" dirty="0"/>
              <a:t>Less is more</a:t>
            </a:r>
          </a:p>
          <a:p>
            <a:r>
              <a:rPr lang="en-US" dirty="0"/>
              <a:t>Make it pretty later, get it working first with a solid base</a:t>
            </a:r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AA8FEC48-332C-938E-F666-665B1A4FE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58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1C96F-7344-44B8-8CA8-DD1361246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456C8-5E5F-4073-5BEE-6BBB2BABC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2 Goals + Demo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FD72C-FB01-1D5D-CF3F-B855EE81F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By the end of sprint 2 we will have different circuits available which are first explained in theory (depth depending on difficulty) and then simulated with results printed as well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Things to think about</a:t>
            </a:r>
          </a:p>
          <a:p>
            <a:r>
              <a:rPr lang="en-US" dirty="0"/>
              <a:t>Make it easier on the eyes</a:t>
            </a:r>
          </a:p>
          <a:p>
            <a:pPr lvl="1"/>
            <a:r>
              <a:rPr lang="en-US" dirty="0"/>
              <a:t>Colors</a:t>
            </a:r>
          </a:p>
          <a:p>
            <a:pPr lvl="1"/>
            <a:r>
              <a:rPr lang="en-US" dirty="0"/>
              <a:t>Fewer blocks of text</a:t>
            </a:r>
          </a:p>
          <a:p>
            <a:pPr lvl="1"/>
            <a:r>
              <a:rPr lang="en-US" dirty="0"/>
              <a:t>Better structured</a:t>
            </a:r>
          </a:p>
          <a:p>
            <a:r>
              <a:rPr lang="en-US" dirty="0"/>
              <a:t>How to convey any audio feedback to the user </a:t>
            </a:r>
          </a:p>
          <a:p>
            <a:r>
              <a:rPr lang="en-US" dirty="0"/>
              <a:t>Make explanations clear based on the level of experience</a:t>
            </a:r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1F7D1D83-3F55-1EB9-6E91-3C877832F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47024"/>
            <a:ext cx="1751593" cy="78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06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312</Words>
  <Application>Microsoft Macintosh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Mona Sans VF</vt:lpstr>
      <vt:lpstr>Office Theme</vt:lpstr>
      <vt:lpstr>Sprint 1: Quantum Computing Simulator</vt:lpstr>
      <vt:lpstr>Mission Statement</vt:lpstr>
      <vt:lpstr>User Stories</vt:lpstr>
      <vt:lpstr>Tools</vt:lpstr>
      <vt:lpstr>Progress</vt:lpstr>
      <vt:lpstr>Progress</vt:lpstr>
      <vt:lpstr>Progress</vt:lpstr>
      <vt:lpstr>Lessons Learned</vt:lpstr>
      <vt:lpstr>Sprint 2 Goals + Demo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Lemus, Christopher</dc:creator>
  <cp:lastModifiedBy>Lemus, Christopher</cp:lastModifiedBy>
  <cp:revision>48</cp:revision>
  <dcterms:created xsi:type="dcterms:W3CDTF">2026-10-11T19:48:20Z</dcterms:created>
  <dcterms:modified xsi:type="dcterms:W3CDTF">2026-10-11T22:51:25Z</dcterms:modified>
</cp:coreProperties>
</file>